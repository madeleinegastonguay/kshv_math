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54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4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90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EBCA6-06FA-2EB8-9AA8-1C66D07B5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1EA1F3-9E41-F15D-024D-D7191543F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203FA-6A66-4C93-16DE-96F0BEEF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1E6E2-918D-8306-2EF3-B75F9BF2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7912E-2108-C69B-1154-526C70280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82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E245D-9A00-9DAA-4FFD-F3890BF85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F39F-2822-DB4D-41FC-29E06EFEE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B25F0-7CB4-92BB-09B5-E2116144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4D4EFA-008D-699C-CF5F-A70ECD4B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11955-214F-A300-B5CD-1FA28365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80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EEB6-B359-18EC-7922-47E971810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ADD649-E7E0-F5D3-C515-2949F5C62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BD33B-C295-3BA7-1A2E-513B88CF3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9A96D-6B6F-FED1-C524-D37A44B5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45FFB-5F97-D9E0-9848-E5EA7162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0D14-821A-7139-3053-F1F531CA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85591-C13C-11E5-80CB-74CF2FBCE5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19DF7-8B26-AD1D-5045-BAA64B1AD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3A38A-E753-60DF-5781-D303F1B31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95C6B-2ED2-7273-F90D-3E52FF1CF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7BDFD3-F71D-4332-3C5F-F7E14FC2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712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AD2C-A4DD-D765-E3CA-561F8074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C6F53-2632-1101-1F10-788C37AF2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13B07-AA47-0A32-2FB3-9EA26CDFD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FACFD-CEBB-961F-B715-160675E6B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22F06E-5CA1-B861-6A60-CE006FEFDC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E8D371-DFE1-8BD2-450D-C6CC2812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5E7301-489A-4729-2F41-FCA192F2F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075FE4-9D26-2AA6-67DD-9D829E63E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19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4F914-DDA8-0700-207A-E16EFCCF6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51D731-890E-2F67-FD81-538EFADD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BBD87A-3E10-48DC-6636-0B39D1204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678D2-F81A-416D-E0C8-ACD4FC4F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2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1485DF-0E6D-6569-0808-B5F03AE6C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614D61-B0D9-194D-FE17-E0AF4080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A446E-1FE8-8F14-A8A7-D04D14B70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92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169D6-1355-BF0C-B0BD-33DD72817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3998-B513-C175-68CB-54675D59D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360DC-74BF-FB00-86A2-71A0F4411C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67F35C-0134-71B0-4B3A-2097CBC9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575B2-9E4C-6B60-6E78-A38F58D8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0EBA1-CB8C-01C0-BB45-A5136E3BD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5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699BF-F029-6F1C-D19A-360CE0E30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FA6BB8-2A9A-013D-0107-79E37F3B00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4F43F-96FC-B5DD-ED17-CF9A4AC5F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9DFD6-DDFD-A8C7-BC8E-CF448C9CF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3C1A5D-E9F8-203B-8A2E-C56E86977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76D200-937E-33FB-AD1D-292C8EFAF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727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DFDE2-469F-09CB-DC6F-850D2C1AC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8AD99-CCB6-68B8-62B0-05447585A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D99BD-9F58-D38B-4BFB-0E68E07A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38D1F-05C0-E335-ABED-59BEB67B2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8EE43-FE12-485C-8F6E-3B7198CC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686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98D18C-0FFA-2FE2-3CD8-0B7C15D9F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BCACC8-94EF-CADD-3256-A4C932290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DCF86-C4C1-7CEF-32A2-DC295472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06E9-8741-1888-1365-E7590567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2F8D5-87F8-7BA6-87B5-FACE60566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04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A30EC0-B205-6708-9202-011588A91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E3E91-D2B0-6D24-FEC8-DBB2110BB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5A480-9FBD-A0DC-8BB1-8088AACD9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BB50A-DA76-2B47-88E9-B69ECD0B9066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A63D-3866-6E50-1E42-34EF56BD2B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047A-641F-58D2-1897-DE07F6007D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138940-4AD4-904B-A33C-FF4BA2B469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796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microsoft.com/office/2007/relationships/hdphoto" Target="../media/hdphoto5.wdp"/><Relationship Id="rId3" Type="http://schemas.openxmlformats.org/officeDocument/2006/relationships/image" Target="../media/image2.tif"/><Relationship Id="rId7" Type="http://schemas.microsoft.com/office/2007/relationships/hdphoto" Target="../media/hdphoto2.wdp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microsoft.com/office/2007/relationships/hdphoto" Target="../media/hdphoto4.wdp"/><Relationship Id="rId5" Type="http://schemas.microsoft.com/office/2007/relationships/hdphoto" Target="../media/hdphoto1.wdp"/><Relationship Id="rId15" Type="http://schemas.microsoft.com/office/2007/relationships/hdphoto" Target="../media/hdphoto6.wdp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microsoft.com/office/2007/relationships/hdphoto" Target="../media/hdphoto3.wdp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different colored squares&#10;&#10;AI-generated content may be incorrect.">
            <a:extLst>
              <a:ext uri="{FF2B5EF4-FFF2-40B4-BE49-F238E27FC236}">
                <a16:creationId xmlns:a16="http://schemas.microsoft.com/office/drawing/2014/main" id="{8795305C-DCC2-FA32-A2E4-FCBB2EEB9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76" y="2578756"/>
            <a:ext cx="4090716" cy="4090716"/>
          </a:xfrm>
          <a:prstGeom prst="rect">
            <a:avLst/>
          </a:prstGeom>
        </p:spPr>
      </p:pic>
      <p:pic>
        <p:nvPicPr>
          <p:cNvPr id="6" name="Picture 5" descr="Blue and yellow dots on a black background&#10;&#10;AI-generated content may be incorrect.">
            <a:extLst>
              <a:ext uri="{FF2B5EF4-FFF2-40B4-BE49-F238E27FC236}">
                <a16:creationId xmlns:a16="http://schemas.microsoft.com/office/drawing/2014/main" id="{D2458AA2-971F-23BC-0BB4-51B58BAF8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6" y="655837"/>
            <a:ext cx="1645920" cy="1645920"/>
          </a:xfrm>
          <a:prstGeom prst="rect">
            <a:avLst/>
          </a:prstGeom>
        </p:spPr>
      </p:pic>
      <p:pic>
        <p:nvPicPr>
          <p:cNvPr id="14" name="Picture 13" descr="Blue and yellow dots on a black background&#10;&#10;AI-generated content may be incorrect.">
            <a:extLst>
              <a:ext uri="{FF2B5EF4-FFF2-40B4-BE49-F238E27FC236}">
                <a16:creationId xmlns:a16="http://schemas.microsoft.com/office/drawing/2014/main" id="{A59E2772-4188-5BDE-5F88-8FDD250D3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4810" y="655837"/>
            <a:ext cx="1645920" cy="1645920"/>
          </a:xfrm>
          <a:prstGeom prst="rect">
            <a:avLst/>
          </a:prstGeom>
        </p:spPr>
      </p:pic>
      <p:pic>
        <p:nvPicPr>
          <p:cNvPr id="16" name="Picture 15" descr="Blue and yellow dots on a black background&#10;&#10;AI-generated content may be incorrect.">
            <a:extLst>
              <a:ext uri="{FF2B5EF4-FFF2-40B4-BE49-F238E27FC236}">
                <a16:creationId xmlns:a16="http://schemas.microsoft.com/office/drawing/2014/main" id="{3C929EE0-8394-DA69-6E1C-4883B8D209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78314" y="655837"/>
            <a:ext cx="1645920" cy="1645920"/>
          </a:xfrm>
          <a:prstGeom prst="rect">
            <a:avLst/>
          </a:prstGeom>
        </p:spPr>
      </p:pic>
      <p:pic>
        <p:nvPicPr>
          <p:cNvPr id="20" name="Picture 19" descr="A blue and yellow dots on a black background&#10;&#10;AI-generated content may be incorrect.">
            <a:extLst>
              <a:ext uri="{FF2B5EF4-FFF2-40B4-BE49-F238E27FC236}">
                <a16:creationId xmlns:a16="http://schemas.microsoft.com/office/drawing/2014/main" id="{84253EF8-6EFF-8FCF-A0E3-F40AFC7548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41818" y="655837"/>
            <a:ext cx="1645920" cy="1645920"/>
          </a:xfrm>
          <a:prstGeom prst="rect">
            <a:avLst/>
          </a:prstGeom>
        </p:spPr>
      </p:pic>
      <p:pic>
        <p:nvPicPr>
          <p:cNvPr id="26" name="Picture 25" descr="A blue and white speckled cells&#10;&#10;AI-generated content may be incorrect.">
            <a:extLst>
              <a:ext uri="{FF2B5EF4-FFF2-40B4-BE49-F238E27FC236}">
                <a16:creationId xmlns:a16="http://schemas.microsoft.com/office/drawing/2014/main" id="{4CAD4D93-C63D-8FE2-75A9-D694A6733A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05322" y="655837"/>
            <a:ext cx="1645920" cy="1645920"/>
          </a:xfrm>
          <a:prstGeom prst="rect">
            <a:avLst/>
          </a:prstGeom>
        </p:spPr>
      </p:pic>
      <p:pic>
        <p:nvPicPr>
          <p:cNvPr id="30" name="Picture 29" descr="Blue and yellow dots on a black background&#10;&#10;AI-generated content may be incorrect.">
            <a:extLst>
              <a:ext uri="{FF2B5EF4-FFF2-40B4-BE49-F238E27FC236}">
                <a16:creationId xmlns:a16="http://schemas.microsoft.com/office/drawing/2014/main" id="{BD30203E-ECAD-4890-6524-DD5C2646A0C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68826" y="655837"/>
            <a:ext cx="1645920" cy="1645920"/>
          </a:xfrm>
          <a:prstGeom prst="rect">
            <a:avLst/>
          </a:prstGeom>
        </p:spPr>
      </p:pic>
      <p:pic>
        <p:nvPicPr>
          <p:cNvPr id="32" name="Picture 31" descr="Blue glowing cells on a black background&#10;&#10;AI-generated content may be incorrect.">
            <a:extLst>
              <a:ext uri="{FF2B5EF4-FFF2-40B4-BE49-F238E27FC236}">
                <a16:creationId xmlns:a16="http://schemas.microsoft.com/office/drawing/2014/main" id="{272D8310-4510-80E3-65AB-A72A8BB5CA5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32330" y="655837"/>
            <a:ext cx="1645920" cy="164592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2027D380-67FD-AF1A-CFA6-94F70F697E8A}"/>
              </a:ext>
            </a:extLst>
          </p:cNvPr>
          <p:cNvSpPr txBox="1"/>
          <p:nvPr/>
        </p:nvSpPr>
        <p:spPr>
          <a:xfrm>
            <a:off x="896914" y="2301757"/>
            <a:ext cx="554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Day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C5BCFA-6DA5-AFF4-EE0B-20B2FA72B372}"/>
              </a:ext>
            </a:extLst>
          </p:cNvPr>
          <p:cNvSpPr txBox="1"/>
          <p:nvPr/>
        </p:nvSpPr>
        <p:spPr>
          <a:xfrm>
            <a:off x="2439190" y="2301757"/>
            <a:ext cx="554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Day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B6929FE-D9B4-2B36-9FBF-98ECCCC4C5C2}"/>
              </a:ext>
            </a:extLst>
          </p:cNvPr>
          <p:cNvSpPr txBox="1"/>
          <p:nvPr/>
        </p:nvSpPr>
        <p:spPr>
          <a:xfrm>
            <a:off x="4223922" y="2301756"/>
            <a:ext cx="554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Day 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406CEF-DEE5-056C-188B-69AA2135A13D}"/>
              </a:ext>
            </a:extLst>
          </p:cNvPr>
          <p:cNvSpPr txBox="1"/>
          <p:nvPr/>
        </p:nvSpPr>
        <p:spPr>
          <a:xfrm>
            <a:off x="5891670" y="2301755"/>
            <a:ext cx="554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Day 6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40DBCF5-79F1-0B64-95B9-5CF83FD120A2}"/>
              </a:ext>
            </a:extLst>
          </p:cNvPr>
          <p:cNvSpPr txBox="1"/>
          <p:nvPr/>
        </p:nvSpPr>
        <p:spPr>
          <a:xfrm>
            <a:off x="7544260" y="2301754"/>
            <a:ext cx="554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Day 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16327A-4CA8-C4C6-A494-99B3A0077086}"/>
              </a:ext>
            </a:extLst>
          </p:cNvPr>
          <p:cNvSpPr txBox="1"/>
          <p:nvPr/>
        </p:nvSpPr>
        <p:spPr>
          <a:xfrm>
            <a:off x="9213221" y="2301753"/>
            <a:ext cx="63645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Day 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7DF084-4720-A198-17B7-33EA1BEB72C1}"/>
              </a:ext>
            </a:extLst>
          </p:cNvPr>
          <p:cNvSpPr txBox="1"/>
          <p:nvPr/>
        </p:nvSpPr>
        <p:spPr>
          <a:xfrm>
            <a:off x="10837062" y="2301753"/>
            <a:ext cx="636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Day 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39E0B9-DAC0-200E-7838-FA1B39480BC2}"/>
              </a:ext>
            </a:extLst>
          </p:cNvPr>
          <p:cNvSpPr txBox="1"/>
          <p:nvPr/>
        </p:nvSpPr>
        <p:spPr>
          <a:xfrm>
            <a:off x="7351968" y="2578752"/>
            <a:ext cx="45118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Brk219 cells maintained without selection </a:t>
            </a:r>
          </a:p>
        </p:txBody>
      </p:sp>
      <p:pic>
        <p:nvPicPr>
          <p:cNvPr id="5" name="Picture 4" descr="A screenshot of a white screen&#10;&#10;AI-generated content may be incorrect.">
            <a:extLst>
              <a:ext uri="{FF2B5EF4-FFF2-40B4-BE49-F238E27FC236}">
                <a16:creationId xmlns:a16="http://schemas.microsoft.com/office/drawing/2014/main" id="{BE88DFA7-0B62-029C-233D-C0285D67F20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440470" y="4403274"/>
            <a:ext cx="7537780" cy="21217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F42191-AD2E-659C-0B2B-048F2A757DAE}"/>
              </a:ext>
            </a:extLst>
          </p:cNvPr>
          <p:cNvSpPr txBox="1"/>
          <p:nvPr/>
        </p:nvSpPr>
        <p:spPr>
          <a:xfrm rot="16200000">
            <a:off x="-656320" y="1340293"/>
            <a:ext cx="1645920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FFFF00"/>
                </a:solidFill>
              </a:rPr>
              <a:t>LANA/</a:t>
            </a:r>
            <a:r>
              <a:rPr lang="en-US" sz="12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DAPI</a:t>
            </a:r>
          </a:p>
        </p:txBody>
      </p:sp>
    </p:spTree>
    <p:extLst>
      <p:ext uri="{BB962C8B-B14F-4D97-AF65-F5344CB8AC3E}">
        <p14:creationId xmlns:p14="http://schemas.microsoft.com/office/powerpoint/2010/main" val="557242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4675</TotalTime>
  <Words>22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Raina, Komal</dc:creator>
  <cp:lastModifiedBy>Madeleine Gastonguay</cp:lastModifiedBy>
  <cp:revision>1</cp:revision>
  <dcterms:created xsi:type="dcterms:W3CDTF">2026-04-22T17:17:54Z</dcterms:created>
  <dcterms:modified xsi:type="dcterms:W3CDTF">2026-04-26T01:48:53Z</dcterms:modified>
</cp:coreProperties>
</file>